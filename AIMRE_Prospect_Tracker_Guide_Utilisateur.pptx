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AIMRE PROSPECT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7722"/>
                </a:solidFill>
              </a:defRPr>
            </a:pPr>
            <a:r>
              <a:t>Guide d'utilisation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C8"/>
                </a:solidFill>
              </a:defRPr>
            </a:pPr>
            <a:r>
              <a:t>Version 2.0 — Mars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7722"/>
                </a:solidFill>
              </a:defRPr>
            </a:pPr>
            <a:r>
              <a:t>Asset &amp; Investment Management Real 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Avenue de Tervuren 242A, 1150 Bruxelles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744"/>
                </a:solidFill>
              </a:defRPr>
            </a:pPr>
            <a:r>
              <a:t>1. Presentation de l'outil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</a:defRPr>
            </a:pPr>
            <a:r>
              <a:t>2. Connexion et identifiants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744"/>
                </a:solidFill>
              </a:defRPr>
            </a:pPr>
            <a:r>
              <a:t>3. Tableau de bord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</a:defRPr>
            </a:pPr>
            <a:r>
              <a:t>4. Pipeline de prospection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744"/>
                </a:solidFill>
              </a:defRPr>
            </a:pPr>
            <a:r>
              <a:t>5. Gestion des prospects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</a:defRPr>
            </a:pPr>
            <a:r>
              <a:t>6. Immeubles et proprietaires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744"/>
                </a:solidFill>
              </a:defRPr>
            </a:pPr>
            <a:r>
              <a:t>7. Calendrier des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</a:defRPr>
            </a:pPr>
            <a:r>
              <a:t>8. Generation de rapports 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2744"/>
                </a:solidFill>
              </a:defRPr>
            </a:pPr>
            <a:r>
              <a:t>9. Guide &amp; Wiki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</a:defRPr>
            </a:pPr>
            <a:r>
              <a:t>10. Inscription d'un collegue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1. Presentation de l'outil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</a:defRPr>
            </a:pPr>
            <a:r>
              <a:t>L'AIMRE Prospect Tracker est un tableau de bord web pour le suivi de la prospection locative des immeubles geres par AIMRE.</a:t>
            </a:r>
            <a:br/>
            <a:br/>
            <a:r>
              <a:t>Fonctionnalites principales :</a:t>
            </a:r>
            <a:br/>
            <a:r>
              <a:t>- Dashboard avec KPI en temps reel (prospects actifs, taux d'occupation, lots vacants)</a:t>
            </a:r>
            <a:br/>
            <a:r>
              <a:t>- Pipeline Kanban visuel avec drag &amp; drop</a:t>
            </a:r>
            <a:br/>
            <a:r>
              <a:t>- Gestion complete des prospects, immeubles et proprietaires</a:t>
            </a:r>
            <a:br/>
            <a:r>
              <a:t>- Calendrier des prochaines actions</a:t>
            </a:r>
            <a:br/>
            <a:r>
              <a:t>- Generation automatique de rapports PPTX par proprietaire/immeuble</a:t>
            </a:r>
            <a:br/>
            <a:r>
              <a:t>- Graphiques interactifs (cliquez sur le camembert pour filtrer)</a:t>
            </a:r>
            <a:br/>
            <a:br/>
            <a:r>
              <a:t>Technologies : Site statique (HTML/CSS/JS) sur GitHub Pages + Google Sheets comme base de donnees.</a:t>
            </a:r>
            <a:br/>
            <a:br/>
            <a:r>
              <a:t>URL du site : https://maxwilliamrafaliarison.github.io/suiviprospectaimre/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2. Connexion et identifiants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</a:defRPr>
            </a:pPr>
            <a:r>
              <a:t>Comment se connecter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1. Cliquez sur l'icone de connexion en bas a gauche de la sidebar</a:t>
            </a:r>
            <a:br/>
            <a:r>
              <a:t>2. Entrez votre email et mot de passe</a:t>
            </a:r>
            <a:br/>
            <a:r>
              <a:t>3. Cliquez sur "Se connecter"</a:t>
            </a:r>
            <a:br/>
            <a:r>
              <a:t>4. Votre nom, role et statut s'affichent dans la sidebar</a:t>
            </a:r>
            <a:br/>
            <a:br/>
            <a:r>
              <a:t>Pour se deconnecter : cliquez sur l'icone de deconnexion (fleche)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744"/>
                </a:solidFill>
              </a:defRPr>
            </a:pPr>
            <a:r>
              <a:t>Identifiants des utilisateurs 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4630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731520"/>
                <a:gridCol w="91440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Nom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Mot de passe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max.fianar@gmail.com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Max William RAFALIARISON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aimre2026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mayarafaliarison@gmail.com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Maya RAFALIARISON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aimre2026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gm@aimre.com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Guillaume MEERT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aimre2026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mdr@aimre.com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Marine de Radigues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Editeur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646464"/>
                          </a:solidFill>
                        </a:defRPr>
                      </a:pPr>
                      <a:r>
                        <a:t>aimre2026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Roles et permissions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9144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Voir les donnees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Editer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Supprimer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Gerer utilisateurs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Visiteur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Donnees publiques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Lecteur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Tout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Editeur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Tout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Non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Tout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46464"/>
                          </a:solidFill>
                        </a:defRPr>
                      </a:pPr>
                      <a:r>
                        <a:t>Oui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3. 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Le tableau de bord affiche en temps reel :</a:t>
            </a:r>
            <a:br/>
            <a:br/>
            <a:r>
              <a:t>KPI (en haut) :</a:t>
            </a:r>
            <a:br/>
            <a:r>
              <a:t>- Prospects actifs : nombre de prospects hors "Perdu" et "Bail signe"</a:t>
            </a:r>
            <a:br/>
            <a:r>
              <a:t>- Taux d'occupation : pourcentage de lots occupes sur le total</a:t>
            </a:r>
            <a:br/>
            <a:r>
              <a:t>- Lots vacants : nombre total de lots disponibles</a:t>
            </a:r>
            <a:br/>
            <a:r>
              <a:t>- Baux signes ce mois : nouveaux baux du mois en cours</a:t>
            </a:r>
            <a:br/>
            <a:r>
              <a:t>- Actions en retard : prospects avec une prochaine action depassee</a:t>
            </a:r>
            <a:br/>
            <a:br/>
            <a:r>
              <a:t>Graphiques :</a:t>
            </a:r>
            <a:br/>
            <a:r>
              <a:t>- Camembert interactif : repartition par statut (CLIQUEZ pour filtrer)</a:t>
            </a:r>
            <a:br/>
            <a:r>
              <a:t>- Barres horizontales : prospects par immeuble</a:t>
            </a:r>
            <a:br/>
            <a:r>
              <a:t>- Ligne : evolution mensuelle (nouveaux prospects vs baux signes)</a:t>
            </a:r>
            <a:br/>
            <a:r>
              <a:t>- Barres verticales : taux d'occupation par proprietaire</a:t>
            </a:r>
            <a:br/>
            <a:br/>
            <a:r>
              <a:t>Timeline : dernieres activites et prochaines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4. Pipeline de prospection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Le pipeline est une vue Kanban avec 8 colonnes :</a:t>
            </a:r>
            <a:br/>
            <a:br/>
            <a:r>
              <a:t>Nouveau &gt; Contacte &gt; Visite planifiee &gt; Visite effectuee &gt; Offre recue &gt; Negociation &gt; Bail signe &gt; Perdu</a:t>
            </a:r>
            <a:br/>
            <a:br/>
            <a:r>
              <a:t>Chaque carte affiche :</a:t>
            </a:r>
            <a:br/>
            <a:r>
              <a:t>- Nom du prospect</a:t>
            </a:r>
            <a:br/>
            <a:r>
              <a:t>- Immeuble concerne</a:t>
            </a:r>
            <a:br/>
            <a:r>
              <a:t>- Surface souhaitee</a:t>
            </a:r>
            <a:br/>
            <a:r>
              <a:t>- Jours restants avant la prochaine action (ou retard en rouge)</a:t>
            </a:r>
            <a:br/>
            <a:br/>
            <a:r>
              <a:t>Drag &amp; Drop (editeur/admin) :</a:t>
            </a:r>
            <a:br/>
            <a:r>
              <a:t>Glissez une carte d'une colonne a l'autre pour changer son statut.</a:t>
            </a:r>
            <a:br/>
            <a:br/>
            <a:r>
              <a:t>Filtres en haut : par immeuble ou par proprietaire.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5. Gestion des prospects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Liste complete des prospects avec :</a:t>
            </a:r>
            <a:br/>
            <a:r>
              <a:t>- Recherche par nom, immeuble, statut, agent</a:t>
            </a:r>
            <a:br/>
            <a:r>
              <a:t>- Filtres rapides par statut (badges cliquables)</a:t>
            </a:r>
            <a:br/>
            <a:r>
              <a:t>- Tableau detaille : prospect, immeuble, statut, surface, agent, dates</a:t>
            </a:r>
            <a:br/>
            <a:br/>
            <a:r>
              <a:t>Ajouter un prospect (editeur/admin) :</a:t>
            </a:r>
            <a:br/>
            <a:r>
              <a:t>1. Cliquez "Nouveau prospect"</a:t>
            </a:r>
            <a:br/>
            <a:r>
              <a:t>2. Remplissez : nom, immeuble, surface, statut, agent, prochaine action</a:t>
            </a:r>
            <a:br/>
            <a:r>
              <a:t>3. Cliquez "Enregistrer"</a:t>
            </a:r>
            <a:br/>
            <a:br/>
            <a:r>
              <a:t>Modifier : cliquez sur la ligne du tableau</a:t>
            </a:r>
            <a:br/>
            <a:r>
              <a:t>Supprimer : bouton "Suppr." (admin uniquement)</a:t>
            </a:r>
            <a:br/>
            <a:br/>
            <a:r>
              <a:t>Informations enregistrees :</a:t>
            </a:r>
            <a:br/>
            <a:r>
              <a:t>- Nom, contact, immeuble, lot, surface, loyer</a:t>
            </a:r>
            <a:br/>
            <a:r>
              <a:t>- Statut, source (broker/reseau/spontane)</a:t>
            </a:r>
            <a:br/>
            <a:r>
              <a:t>- Dates (premier contact, derniere action, prochaine action)</a:t>
            </a:r>
            <a:br/>
            <a:r>
              <a:t>- Agent AIMRE responsable, notes/commentaires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8. Generation de rapports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Le module de rapport genere automatiquement un fichier PowerPoint :</a:t>
            </a:r>
            <a:br/>
            <a:br/>
            <a:r>
              <a:t>1. Allez dans "Generer rapport" (menu lateral)</a:t>
            </a:r>
            <a:br/>
            <a:r>
              <a:t>2. Selectionnez le proprietaire et/ou l'immeuble</a:t>
            </a:r>
            <a:br/>
            <a:r>
              <a:t>3. Choisissez le mois et l'annee</a:t>
            </a:r>
            <a:br/>
            <a:r>
              <a:t>4. Cliquez "Telecharger le rapport PPTX"</a:t>
            </a:r>
            <a:br/>
            <a:br/>
            <a:r>
              <a:t>Le rapport contient :</a:t>
            </a:r>
            <a:br/>
            <a:r>
              <a:t>- Page de couverture avec le nom de l'immeuble/proprietaire</a:t>
            </a:r>
            <a:br/>
            <a:r>
              <a:t>- Resume KPI (prospects actifs, taux occupation, lots vacants)</a:t>
            </a:r>
            <a:br/>
            <a:r>
              <a:t>- Tableau detaille des prospects actifs</a:t>
            </a:r>
            <a:br/>
            <a:r>
              <a:t>- Detail par immeuble (si plusieurs)</a:t>
            </a:r>
            <a:br/>
            <a:r>
              <a:t>- Page de contacts AIMRE (Guillaume MEERT, Marine de Radigues)</a:t>
            </a:r>
            <a:br/>
            <a:br/>
            <a:r>
              <a:t>Le fichier est pret a etre envoye au proprietaire.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744"/>
                </a:solidFill>
              </a:defRPr>
            </a:pPr>
            <a:r>
              <a:t>10. Inscrire un collegue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</a:defRPr>
            </a:pPr>
            <a:r>
              <a:t>Pour ajouter un nouvel utilisateur :</a:t>
            </a:r>
            <a:br/>
            <a:br/>
            <a:r>
              <a:t>1. Ouvrez le Google Sheet :</a:t>
            </a:r>
            <a:br/>
            <a:r>
              <a:t>   https://docs.google.com/spreadsheets/d/150T793FvIRKjQ1-poH1MTt1Xzj8He8qgTChiyEWEnYk/</a:t>
            </a:r>
            <a:br/>
            <a:br/>
            <a:r>
              <a:t>2. Allez dans l'onglet "Utilisateurs"</a:t>
            </a:r>
            <a:br/>
            <a:br/>
            <a:r>
              <a:t>3. Ajoutez une nouvelle ligne avec :</a:t>
            </a:r>
            <a:br/>
            <a:r>
              <a:t>   - Colonne A (Email) : email du collegue</a:t>
            </a:r>
            <a:br/>
            <a:r>
              <a:t>   - Colonne B (Nom) : nom complet</a:t>
            </a:r>
            <a:br/>
            <a:r>
              <a:t>   - Colonne C (Role) : Admin, Editeur ou Lecteur</a:t>
            </a:r>
            <a:br/>
            <a:r>
              <a:t>   - Colonne D (Actif) : Oui</a:t>
            </a:r>
            <a:br/>
            <a:r>
              <a:t>   - Colonne E (Mot de passe) : choisissez un mot de passe</a:t>
            </a:r>
            <a:br/>
            <a:br/>
            <a:r>
              <a:t>4. Le collegue peut se connecter immediatement sur le site.</a:t>
            </a:r>
            <a:br/>
            <a:br/>
            <a:r>
              <a:t>Attention : ne supprimez jamais la premiere ligne (en-tetes).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Contacts &amp;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Guillaume MEERT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7722"/>
                </a:solidFill>
              </a:defRPr>
            </a:pPr>
            <a:r>
              <a:t>ASSET &amp; INVESTMENT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+32 472 71 77 80</a:t>
            </a:r>
            <a:br/>
            <a:r>
              <a:t>gm@aimre.com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Marine de Radigues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7722"/>
                </a:solidFill>
              </a:defRPr>
            </a:pPr>
            <a:r>
              <a:t>ASSET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+32 483 027 655</a:t>
            </a:r>
            <a:br/>
            <a:r>
              <a:t>mdr@aimre.com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7722"/>
                </a:solidFill>
              </a:defRPr>
            </a:pPr>
            <a:r>
              <a:t>Asset &amp; Investment Management Real Estate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Avenue de Tervuren 242A, 1150 Bruxelles</a:t>
            </a:r>
            <a:br/>
            <a:r>
              <a:t>BE0679845977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8C8C8"/>
                </a:solidFill>
              </a:defRPr>
            </a:pPr>
            <a:r>
              <a:t>AIMRE Prospect Tracker — Guide d'utilisation — Mars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